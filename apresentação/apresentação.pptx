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7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006EF-66AC-A607-D227-E8E274499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617A1A-F2E5-95AB-9C1D-7F5E33DB0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465AC3-66EB-65E8-FD08-F209CEB8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5B130E-A2EF-906E-0F1A-9740B9AE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CE54BC-B585-DF03-034B-88FF172A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734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00220-B433-9723-3BB2-88D949527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DFE3C7-663D-9CF0-8273-61A995706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7BEEB3-4DD0-5614-793E-AB50C1B8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D1C08E-31D2-EEC1-9F43-2241C4B1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206136-AAF0-556E-6A70-53D4E13C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30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ED135-37AD-76D7-CF0E-1D27B647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3EFF4D-7F30-48D9-F5AA-6FE2894F0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01208E-BDBD-0158-906A-BDEB1F79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65C5DA-90E2-B11E-BEA3-79EE19A0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CF4308-4840-394C-9EF3-34F9A31B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51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BC93D-6B66-1E79-EBA7-BFABFF2B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D1AAB5-6B9B-6A83-9F53-5FC27471C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47CB52-4599-F182-BEE5-8809B7741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ABA0BC-A2DB-90FB-7B2D-02F3FA99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45346C-1E71-1656-786F-2817892B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1F0100-BF96-C593-689A-B129B5E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6836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A6EDF-D400-BD5C-698A-75305009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97F475-23BC-48F4-D9CF-AACF6C6FA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DD2A5C-033D-836D-C2FA-A6380F418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298884-F95F-ADCA-EE24-B319E0DD9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B4EE04-CBC5-43FE-25B0-0EF429D88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65A6F23-1022-8083-FCEC-CC113951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39656D1-6CA1-48EF-1644-6CAB3299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44D39FF-36A5-2CC4-1538-2ED81F00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306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9F3DF-6A09-CF02-350F-B85B6BC1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19DE59-D0D3-C957-81CB-7EFE7FAD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A481A7-0C95-6CB4-BDC0-523617FC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6CBE40-DCD1-FCCF-38F8-76891C6A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86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8DBEE4-1225-0FC8-F2A3-43527506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0953C6-93C0-B1C7-061E-337738EC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763B96-9EF4-E7FE-0437-0FCDB346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13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26B83-2A4D-5692-ADFC-072937F2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224E5D-348F-C8BC-7FC9-1A24C8BCA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B7931F-AE2E-012E-F066-68AE12B75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310005-2800-F01C-E110-8D26A057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A8162A-2CA7-1CDE-998A-64E096B5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59C8D4-8A0F-075E-0CEB-2B48F41FA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957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5DE8D-E8AB-F0B6-D97A-2D28E4DA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E8464F-43FF-C1AE-5EBA-3DCDA0F73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BF9C1E-4355-D3DD-8E07-BCF763D24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8AD4FC-6E18-2F9C-7DFF-39FE57CA1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2F60A3-4E3D-C04C-3325-492173C5F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AEF76B-6C71-BC90-7077-F56DB9C8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59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A009A-1AA2-3C09-0B37-B3ADC529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B8A12B-9A60-EC6A-07B9-258067CB5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035F96-DA33-20B0-5B9F-1E6EC701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00D5C-6FF4-CCAD-2CE3-7D45F53D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837FA6-3E75-53C6-BDFE-BA9F6CEF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18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4BA2DF-72B1-DDCC-C122-8D0FB76DE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8EEBED-6908-BE19-CAD7-35AE5F53E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966505-43BE-1C64-FE35-24E37CFD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0D5545-3AFF-E6F8-7715-D9DA94AEB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C1BAFF-8B5B-FACC-ABA5-2ED90C27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14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305D061-586C-0DE7-6BCF-B7EA2BF99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F348CD-32AE-6A1E-A053-FAE1FDDB6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34B5C3-0391-E7DE-A74A-6F26B6845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CAEA2-2C7F-4425-9741-BDBE0804C25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B7A224-A1F6-0449-712E-0302D4F3A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FCA15C-3C40-7F8C-19FC-FFA1E853C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0E47B-0411-4691-AADA-74E402FEA7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51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87099-8373-D45F-6800-71FEFFB813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E24197-C1BE-9597-1314-B56AD9ACB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5697C-5107-349D-2767-167212FF8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841" y="-31142"/>
            <a:ext cx="12306053" cy="688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59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E276F57-2E44-75D2-689B-A1CBC7125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6"/>
            <a:ext cx="12189538" cy="68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6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D886-25F5-BC00-7E94-4160BA43F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01D67A5-9911-B961-BA3E-D225CCC64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185"/>
            <a:ext cx="12456159" cy="706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45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6E0EF94-652C-BAF5-2964-790E0E8CD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3596"/>
            <a:ext cx="12562839" cy="697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6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69BE5-F524-0C9C-8552-A8CE341D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FBE2F10-A41B-8973-8897-FDBB17D48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513943"/>
            <a:ext cx="10336067" cy="583011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5FE99AF-1B68-B156-46C1-47274E47F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7998"/>
            <a:ext cx="12191999" cy="693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9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6FF8A-8FC8-C3AB-3E48-2A2DD718D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25C3891-D9B6-A654-32BA-C640A6143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77" y="54134"/>
            <a:ext cx="12105437" cy="680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3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85F-DA8E-3B8F-BE6E-4DC7C90A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A08550-C774-3D5A-2549-CDC62D86D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924"/>
            <a:ext cx="12176176" cy="686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4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BC1AE-809C-CD47-10FF-4E23ED1F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6C9B3F-0A29-4393-8AF0-2A68D6BF1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7998"/>
            <a:ext cx="12285968" cy="698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7F93-A65E-4B8F-AEAD-69A49908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4CC505-11AF-E027-F275-855825C62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" t="1129"/>
          <a:stretch>
            <a:fillRect/>
          </a:stretch>
        </p:blipFill>
        <p:spPr>
          <a:xfrm>
            <a:off x="0" y="-39470"/>
            <a:ext cx="12303959" cy="696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53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E6CB-A390-C3A0-08A2-6E1174C0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DB510D-D50E-1412-26DD-6566E25A2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3359" y="-117616"/>
            <a:ext cx="12608300" cy="708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32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884E-96FD-5830-27FF-35ACD795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D9D6AA-F2AE-0FAA-647E-8883968AD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200" y="-119532"/>
            <a:ext cx="12395200" cy="698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4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77924-45F2-3D36-FF3A-6E616533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7BAF55F-BF58-3D93-0107-2CA879C4A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380" y="-180719"/>
            <a:ext cx="12306760" cy="703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996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suzan christoff</dc:creator>
  <cp:lastModifiedBy>suzan christoff</cp:lastModifiedBy>
  <cp:revision>3</cp:revision>
  <dcterms:created xsi:type="dcterms:W3CDTF">2026-04-27T14:00:15Z</dcterms:created>
  <dcterms:modified xsi:type="dcterms:W3CDTF">2026-04-27T19:10:47Z</dcterms:modified>
</cp:coreProperties>
</file>